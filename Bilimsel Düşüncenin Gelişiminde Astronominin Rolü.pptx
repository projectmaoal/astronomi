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0050"/>
            <a:ext cx="6286500" cy="833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75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Bilimsel Düşüncenin Gelişiminde Astronominin Rolü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57200" y="1390352"/>
            <a:ext cx="822960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Ünite: Astronomiye Giriş | 1.1 Konu Anlatımı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4679156"/>
            <a:ext cx="9144000" cy="464344"/>
          </a:xfrm>
          <a:prstGeom prst="rect">
            <a:avLst/>
          </a:prstGeom>
          <a:noFill/>
          <a:ln/>
        </p:spPr>
        <p:txBody>
          <a:bodyPr wrap="square" lIns="544322" tIns="0" rIns="544322" bIns="408178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PLANETARYUM SERİSİ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79295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Astronomi ve Bilimsel Düşünce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896541"/>
            <a:ext cx="414337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464344" y="1075134"/>
            <a:ext cx="3786188" cy="21431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Bilimsel Düşüncenin 4 Adımı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4344" y="1396603"/>
            <a:ext cx="378618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95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Merak: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Doğa olaylarını sorgulamak.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64344" y="1600200"/>
            <a:ext cx="378618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95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Gözlem: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Dikkatle izlemek ve ölçmek.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4344" y="1803797"/>
            <a:ext cx="378618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95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Hipotez: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Geçici bir açıklama kurmak.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64344" y="2007394"/>
            <a:ext cx="378618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95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Sınama: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Yeni verilerle test etmek.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14875" y="896541"/>
            <a:ext cx="414337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4893469" y="1075134"/>
            <a:ext cx="3786188" cy="21431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Karşılaştırma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7041" y="1503759"/>
            <a:ext cx="715324" cy="317897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5" name="Text 12"/>
          <p:cNvSpPr/>
          <p:nvPr/>
        </p:nvSpPr>
        <p:spPr>
          <a:xfrm>
            <a:off x="4897041" y="1503759"/>
            <a:ext cx="715324" cy="317897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Kriter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12364" y="1503759"/>
            <a:ext cx="1692176" cy="317897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7" name="Text 14"/>
          <p:cNvSpPr/>
          <p:nvPr/>
        </p:nvSpPr>
        <p:spPr>
          <a:xfrm>
            <a:off x="5612364" y="1503759"/>
            <a:ext cx="1692176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Astronomi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304540" y="1503759"/>
            <a:ext cx="1371544" cy="317897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9" name="Text 16"/>
          <p:cNvSpPr/>
          <p:nvPr/>
        </p:nvSpPr>
        <p:spPr>
          <a:xfrm>
            <a:off x="7304540" y="1503759"/>
            <a:ext cx="1371544" cy="3178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Astroloji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897041" y="1821656"/>
            <a:ext cx="715324" cy="30718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Temel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12364" y="1821656"/>
            <a:ext cx="1692176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Gözlem ve Ölçüm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304540" y="1821656"/>
            <a:ext cx="1371544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İnanç ve İddia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97041" y="2128838"/>
            <a:ext cx="715324" cy="30718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612364" y="2128838"/>
            <a:ext cx="1692176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Sınanabilir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304540" y="2128838"/>
            <a:ext cx="1371544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Sınanamaz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897041" y="2436019"/>
            <a:ext cx="715324" cy="307181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Statü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12364" y="2436019"/>
            <a:ext cx="1692176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Pozitif Bilim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304540" y="2436019"/>
            <a:ext cx="1371544" cy="30718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Sözde Bilim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497491" y="4879181"/>
            <a:ext cx="36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Gökyüzü İlk Bilimlerden Birini Doğurdu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896541"/>
            <a:ext cx="414337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500063" y="1110853"/>
            <a:ext cx="1035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5084" y="1110853"/>
            <a:ext cx="13716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Takvim ve Zaman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0063" y="1382316"/>
            <a:ext cx="3714750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Ekim zamanı ve mevsimler Güneş, Ay ve yıldızlara bakılarak belirlendi.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0063" y="1995227"/>
            <a:ext cx="1035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5084" y="1995227"/>
            <a:ext cx="8251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Yön Bulma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0063" y="2266690"/>
            <a:ext cx="3714750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Kervanlar ve denizciler yollarını yıldızların sabit konumlarını kullanarak buldular.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0063" y="2879601"/>
            <a:ext cx="1035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5084" y="2879601"/>
            <a:ext cx="8751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Düzen Fikri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0063" y="3151063"/>
            <a:ext cx="3714750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Gök olaylarının periyodik tekrarı, doğada matematiksel bir düzen olduğu fikrini doğurdu.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14875" y="896541"/>
            <a:ext cx="4143375" cy="3961209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7" name="Text 14"/>
          <p:cNvSpPr/>
          <p:nvPr/>
        </p:nvSpPr>
        <p:spPr>
          <a:xfrm>
            <a:off x="6680076" y="2983576"/>
            <a:ext cx="3071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Güneş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467215" y="1634133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Yörünge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8497491" y="4879181"/>
            <a:ext cx="36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Mezopotamya, Mısır ve Antik Yunan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896541"/>
            <a:ext cx="4214813" cy="19091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896541"/>
            <a:ext cx="4214813" cy="2857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039416"/>
            <a:ext cx="850106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3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Babil &amp; Mısır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29025" y="1039416"/>
            <a:ext cx="728663" cy="19645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0" name="Text 7"/>
          <p:cNvSpPr/>
          <p:nvPr/>
        </p:nvSpPr>
        <p:spPr>
          <a:xfrm>
            <a:off x="3629025" y="1039416"/>
            <a:ext cx="728663" cy="19645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MÖ 3000+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8625" y="1307306"/>
            <a:ext cx="3929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Kil tabletlere kayıtlar tutuldu. Mısır'da 365 günlük Güneş takvimi geliştirildi. Sirius'un doğuşu Nil'in taşmasıyla eşleşti.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43438" y="896541"/>
            <a:ext cx="4214813" cy="19091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3438" y="896541"/>
            <a:ext cx="4214813" cy="2857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4" name="Text 11"/>
          <p:cNvSpPr/>
          <p:nvPr/>
        </p:nvSpPr>
        <p:spPr>
          <a:xfrm>
            <a:off x="4786313" y="1039416"/>
            <a:ext cx="467916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3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Thales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04584" y="1039416"/>
            <a:ext cx="610791" cy="19645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6" name="Text 13"/>
          <p:cNvSpPr/>
          <p:nvPr/>
        </p:nvSpPr>
        <p:spPr>
          <a:xfrm>
            <a:off x="8104584" y="1039416"/>
            <a:ext cx="610791" cy="19645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MÖ 6. yy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86313" y="1307306"/>
            <a:ext cx="3929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Gök olaylarını mitolojiyle değil, doğal nedenlerle açıklamaya çalışan ilk düşünürlerden biri oldu.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85750" y="2948583"/>
            <a:ext cx="4214813" cy="19091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285750" y="2948583"/>
            <a:ext cx="4214813" cy="2857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3091458"/>
            <a:ext cx="80367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3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Aristarkhos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746897" y="3091458"/>
            <a:ext cx="610791" cy="19645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22" name="Text 19"/>
          <p:cNvSpPr/>
          <p:nvPr/>
        </p:nvSpPr>
        <p:spPr>
          <a:xfrm>
            <a:off x="3746897" y="3091458"/>
            <a:ext cx="610791" cy="19645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MÖ 3. yy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28625" y="3359348"/>
            <a:ext cx="3929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Güneş merkezli evren fikrini ilk öne sürenlerden biri. Ancak o dönemde yer merkezli görüş daha baskındı.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43438" y="2948583"/>
            <a:ext cx="4214813" cy="19091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43438" y="2948583"/>
            <a:ext cx="4214813" cy="2857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6" name="Text 23"/>
          <p:cNvSpPr/>
          <p:nvPr/>
        </p:nvSpPr>
        <p:spPr>
          <a:xfrm>
            <a:off x="4786313" y="3091458"/>
            <a:ext cx="7429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32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Batlamyus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118872" y="3091458"/>
            <a:ext cx="596503" cy="19645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28" name="Text 25"/>
          <p:cNvSpPr/>
          <p:nvPr/>
        </p:nvSpPr>
        <p:spPr>
          <a:xfrm>
            <a:off x="8118872" y="3091458"/>
            <a:ext cx="596503" cy="19645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MS 2. yy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86313" y="3359348"/>
            <a:ext cx="39290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"Almagest" eserinde Dünya merkezli modeli matematiksel olarak sistemleştirdi; bu model 1400 yıl kabul gördü.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493919" y="4879181"/>
            <a:ext cx="3643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Eratosthenes Dünya’yı Nasıl Ölçtü?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896541"/>
            <a:ext cx="3636838" cy="492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896541"/>
            <a:ext cx="35719" cy="492919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" name="Text 5"/>
          <p:cNvSpPr/>
          <p:nvPr/>
        </p:nvSpPr>
        <p:spPr>
          <a:xfrm>
            <a:off x="285750" y="896541"/>
            <a:ext cx="3636838" cy="4929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</a:t>
            </a: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Syene'de öğle vakti Güneş ışınları dik gelir; kuyunun dibi </a:t>
            </a: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aydınlanır.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85750" y="1496616"/>
            <a:ext cx="3636838" cy="492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" y="1496616"/>
            <a:ext cx="35719" cy="492919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8"/>
          <p:cNvSpPr/>
          <p:nvPr/>
        </p:nvSpPr>
        <p:spPr>
          <a:xfrm>
            <a:off x="285750" y="1496616"/>
            <a:ext cx="3636838" cy="4929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</a:t>
            </a: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İskenderiye'de aynı anda ışınlar 7,2° açıyla gelir; çubuğun </a:t>
            </a: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gölgesi oluşur.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85750" y="2096691"/>
            <a:ext cx="3636838" cy="492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2096691"/>
            <a:ext cx="35719" cy="492919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2096691"/>
            <a:ext cx="3636838" cy="4929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</a:t>
            </a: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Açıyı kullanarak Dünya'nın çevresini geometrik olarak </a:t>
            </a: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hesaplamıştır.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208338" y="896541"/>
            <a:ext cx="4649912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676044" y="3995142"/>
            <a:ext cx="3393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Syene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961919" y="3995142"/>
            <a:ext cx="6286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9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İskenderiye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497491" y="4879181"/>
            <a:ext cx="36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İslam Dünyasında Astronomi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496448"/>
            <a:ext cx="2762231" cy="9236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1496448"/>
            <a:ext cx="28575" cy="92366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8" name="Text 5"/>
          <p:cNvSpPr/>
          <p:nvPr/>
        </p:nvSpPr>
        <p:spPr>
          <a:xfrm>
            <a:off x="392906" y="1603604"/>
            <a:ext cx="25288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9. yy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92906" y="1778626"/>
            <a:ext cx="252888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Beytülhikme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2906" y="1992939"/>
            <a:ext cx="25288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Bağdat'ta Yunan eserleri Arapçaya çevrildi, gözlemler yapıldı.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71825" y="1496448"/>
            <a:ext cx="2771775" cy="9236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171825" y="1496448"/>
            <a:ext cx="28575" cy="92366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3" name="Text 10"/>
          <p:cNvSpPr/>
          <p:nvPr/>
        </p:nvSpPr>
        <p:spPr>
          <a:xfrm>
            <a:off x="3288525" y="1603604"/>
            <a:ext cx="25384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9-10. yy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88525" y="1778626"/>
            <a:ext cx="253843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El-Battani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88525" y="1992939"/>
            <a:ext cx="25384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Güneş yılını (365 gün 5 saat 46 dk) çok hassas ölçtü.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076987" y="1496448"/>
            <a:ext cx="2781319" cy="9236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076987" y="1496448"/>
            <a:ext cx="28575" cy="92366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8" name="Text 15"/>
          <p:cNvSpPr/>
          <p:nvPr/>
        </p:nvSpPr>
        <p:spPr>
          <a:xfrm>
            <a:off x="6203119" y="1603604"/>
            <a:ext cx="25479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11. yy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03119" y="1778626"/>
            <a:ext cx="254791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El-Biruni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03119" y="1992939"/>
            <a:ext cx="25479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Dünya'nın yarıçapını trigonometrik yöntemlerle hesapladı.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85750" y="3334178"/>
            <a:ext cx="2762231" cy="9236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285750" y="3334178"/>
            <a:ext cx="28575" cy="92366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3" name="Text 20"/>
          <p:cNvSpPr/>
          <p:nvPr/>
        </p:nvSpPr>
        <p:spPr>
          <a:xfrm>
            <a:off x="392906" y="3441334"/>
            <a:ext cx="25288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 yy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92906" y="3616356"/>
            <a:ext cx="252888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Uluğ Bey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92906" y="3830669"/>
            <a:ext cx="25288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Semerkant Rasathanesi'ni kurdu, kapsamlı bir yıldız kataloğu yaptı.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71825" y="3334178"/>
            <a:ext cx="2771775" cy="9236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3171825" y="3334178"/>
            <a:ext cx="28575" cy="92366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8" name="Text 25"/>
          <p:cNvSpPr/>
          <p:nvPr/>
        </p:nvSpPr>
        <p:spPr>
          <a:xfrm>
            <a:off x="3288525" y="3441334"/>
            <a:ext cx="25384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15. yy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288525" y="3616356"/>
            <a:ext cx="253843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Ali Kuşçu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288525" y="3830669"/>
            <a:ext cx="25384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İstanbul'a gelerek Fatih döneminde matematik ve astronomiyi canlandırdı.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076987" y="3334178"/>
            <a:ext cx="2781319" cy="9236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6076987" y="3334178"/>
            <a:ext cx="28575" cy="923665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33" name="Text 30"/>
          <p:cNvSpPr/>
          <p:nvPr/>
        </p:nvSpPr>
        <p:spPr>
          <a:xfrm>
            <a:off x="6203119" y="3441334"/>
            <a:ext cx="254791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16. yy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03119" y="3616356"/>
            <a:ext cx="254791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Takiyüddin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203119" y="3830669"/>
            <a:ext cx="25479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1577'de İstanbul Rasathanesi'ni kurdu, ileri saat ve aletler kullandı.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497491" y="4879181"/>
            <a:ext cx="36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Evrenin Merkezi: Dünya mı, Güneş mi?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309467" y="2652117"/>
            <a:ext cx="525066" cy="353616"/>
          </a:xfrm>
          <a:prstGeom prst="roundRect">
            <a:avLst/>
          </a:prstGeom>
          <a:solidFill>
            <a:srgbClr val="FFD166"/>
          </a:solidFill>
          <a:ln/>
        </p:spPr>
      </p:sp>
      <p:sp>
        <p:nvSpPr>
          <p:cNvPr id="7" name="Text 4"/>
          <p:cNvSpPr/>
          <p:nvPr/>
        </p:nvSpPr>
        <p:spPr>
          <a:xfrm>
            <a:off x="4309467" y="2652117"/>
            <a:ext cx="525066" cy="353616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85750" y="896541"/>
            <a:ext cx="414337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" y="896541"/>
            <a:ext cx="4143375" cy="35719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0" name="Text 7"/>
          <p:cNvSpPr/>
          <p:nvPr/>
        </p:nvSpPr>
        <p:spPr>
          <a:xfrm>
            <a:off x="464344" y="1075134"/>
            <a:ext cx="37861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Dünya Merkezli Model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64344" y="1418034"/>
            <a:ext cx="37861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Temsilci: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Batlamyus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4344" y="1623752"/>
            <a:ext cx="37861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Fikir: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Evrenin merkezinde Dünya durur.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4344" y="1829470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Gözlem: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Güneş ve gezegenlerin Dünya çevresinde döndüğü sanılırdı.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14875" y="896541"/>
            <a:ext cx="414337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714875" y="896541"/>
            <a:ext cx="4143375" cy="35719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6" name="Text 13"/>
          <p:cNvSpPr/>
          <p:nvPr/>
        </p:nvSpPr>
        <p:spPr>
          <a:xfrm>
            <a:off x="4893469" y="1075134"/>
            <a:ext cx="378618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Güneş Merkezli Model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93469" y="1418034"/>
            <a:ext cx="37861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Temsilci: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Kopernik &amp; Galileo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93469" y="1623752"/>
            <a:ext cx="37861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Fikir: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Güneş merkezdedir, gezegenler yörüngededir.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93469" y="1829470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900" b="1" dirty="0">
                <a:solidFill>
                  <a:srgbClr val="4A556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Kanıt:</a:t>
            </a:r>
            <a:r>
              <a:rPr lang="en-US" sz="9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Galileo'nun Jüpiter'in uydularını ve Venüs'ün evrelerini keşfi.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501063" y="4879181"/>
            <a:ext cx="3571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Veriden Yasaya: Tycho, Kepler ve Newton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1626989"/>
            <a:ext cx="2476481" cy="2500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286433" y="1519833"/>
            <a:ext cx="475059" cy="210741"/>
          </a:xfrm>
          <a:prstGeom prst="roundRect">
            <a:avLst/>
          </a:prstGeom>
          <a:solidFill>
            <a:srgbClr val="0B132B"/>
          </a:solidFill>
          <a:ln/>
        </p:spPr>
      </p:sp>
      <p:sp>
        <p:nvSpPr>
          <p:cNvPr id="8" name="Text 5"/>
          <p:cNvSpPr/>
          <p:nvPr/>
        </p:nvSpPr>
        <p:spPr>
          <a:xfrm>
            <a:off x="1286433" y="1519833"/>
            <a:ext cx="475059" cy="21074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VERİ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64344" y="2532459"/>
            <a:ext cx="211929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Tycho Brahe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4344" y="2818209"/>
            <a:ext cx="211929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Teleskopsuz dönemin en hassas gözlemcisi. Yıllarca gezegen konumlarını hatasız kaydetti.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905106" y="2703909"/>
            <a:ext cx="28575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33731" y="1626989"/>
            <a:ext cx="2476481" cy="2500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9405" y="1519833"/>
            <a:ext cx="625078" cy="210741"/>
          </a:xfrm>
          <a:prstGeom prst="roundRect">
            <a:avLst/>
          </a:prstGeom>
          <a:solidFill>
            <a:srgbClr val="0B132B"/>
          </a:solidFill>
          <a:ln/>
        </p:spPr>
      </p:sp>
      <p:sp>
        <p:nvSpPr>
          <p:cNvPr id="14" name="Text 11"/>
          <p:cNvSpPr/>
          <p:nvPr/>
        </p:nvSpPr>
        <p:spPr>
          <a:xfrm>
            <a:off x="4259405" y="1519833"/>
            <a:ext cx="625078" cy="21074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512325" y="2532459"/>
            <a:ext cx="211929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Johannes Kepler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12325" y="2818209"/>
            <a:ext cx="211929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Tycho'nun verilerini kullanarak yörüngelerin elips olduğunu kanıtladı ve yasalarını kurdu.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53088" y="2703909"/>
            <a:ext cx="28575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8AB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381713" y="1626989"/>
            <a:ext cx="2476481" cy="2500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7343105" y="1519833"/>
            <a:ext cx="553641" cy="210741"/>
          </a:xfrm>
          <a:prstGeom prst="roundRect">
            <a:avLst/>
          </a:prstGeom>
          <a:solidFill>
            <a:srgbClr val="0B132B"/>
          </a:solidFill>
          <a:ln/>
        </p:spPr>
      </p:sp>
      <p:sp>
        <p:nvSpPr>
          <p:cNvPr id="20" name="Text 17"/>
          <p:cNvSpPr/>
          <p:nvPr/>
        </p:nvSpPr>
        <p:spPr>
          <a:xfrm>
            <a:off x="7343105" y="1519833"/>
            <a:ext cx="553641" cy="210741"/>
          </a:xfrm>
          <a:prstGeom prst="rect">
            <a:avLst/>
          </a:prstGeom>
          <a:noFill/>
          <a:ln/>
        </p:spPr>
        <p:txBody>
          <a:bodyPr wrap="none" lIns="127508" tIns="42545" rIns="127508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TEORİ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60307" y="2441377"/>
            <a:ext cx="211929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Isaac Newton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60307" y="2727127"/>
            <a:ext cx="211929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Kütle Çekimi Yasası ile gökyüzündeki düzeni fiziksel bir temele oturttu; modern bilimi başlattı.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97491" y="4879181"/>
            <a:ext cx="36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Astronomi Zaman İçinde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0056" y="2339578"/>
            <a:ext cx="1385888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MÖ 3000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0056" y="2550319"/>
            <a:ext cx="13858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Mezopotamya Gözlemleri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280642" y="2339578"/>
            <a:ext cx="11537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MÖ 240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80642" y="2550319"/>
            <a:ext cx="11537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Eratosthenes Ölçümü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64769" y="2339578"/>
            <a:ext cx="1414463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MS 1000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64769" y="2550319"/>
            <a:ext cx="14144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İslam Astronomi Altın Çağı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20370" y="2339578"/>
            <a:ext cx="9322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1543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20370" y="2550319"/>
            <a:ext cx="9322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Kopernik Devrimi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572375" y="2339578"/>
            <a:ext cx="857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1687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50956" y="2550319"/>
            <a:ext cx="7000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Newton Fizik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718822" y="2691017"/>
            <a:ext cx="5643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Birleşmesi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497491" y="4879181"/>
            <a:ext cx="3607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7175" y="200025"/>
            <a:ext cx="8629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7175" y="471488"/>
            <a:ext cx="862965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57175" y="200025"/>
            <a:ext cx="8201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4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Bilime ve Topluma Etkileri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71938" y="2271713"/>
            <a:ext cx="1000125" cy="1000125"/>
          </a:xfrm>
          <a:prstGeom prst="ellipse">
            <a:avLst/>
          </a:prstGeom>
          <a:solidFill>
            <a:srgbClr val="0B132B"/>
          </a:solidFill>
          <a:ln/>
        </p:spPr>
      </p:sp>
      <p:sp>
        <p:nvSpPr>
          <p:cNvPr id="7" name="Text 4"/>
          <p:cNvSpPr/>
          <p:nvPr/>
        </p:nvSpPr>
        <p:spPr>
          <a:xfrm>
            <a:off x="3811191" y="2696766"/>
            <a:ext cx="10679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050" dirty="0">
                <a:solidFill>
                  <a:srgbClr val="FFD1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ASTRONOMİNİN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79181" y="2696766"/>
            <a:ext cx="45362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050" dirty="0">
                <a:solidFill>
                  <a:srgbClr val="FFD16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MİRASI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57625" y="839167"/>
            <a:ext cx="1428750" cy="744736"/>
          </a:xfrm>
          <a:prstGeom prst="rect">
            <a:avLst/>
          </a:prstGeom>
          <a:solidFill>
            <a:srgbClr val="FFFFFF"/>
          </a:solidFill>
          <a:ln w="18288">
            <a:solidFill>
              <a:srgbClr val="118A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43350" y="939180"/>
            <a:ext cx="12573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Fizik &amp; Matematik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43350" y="1135633"/>
            <a:ext cx="12573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Kütle çekimi, yörünge mekaniği ve trigonometrinin temelleri atıldı.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5269185" y="2399407"/>
            <a:ext cx="1428750" cy="744736"/>
          </a:xfrm>
          <a:prstGeom prst="rect">
            <a:avLst/>
          </a:prstGeom>
          <a:solidFill>
            <a:srgbClr val="FFFFFF"/>
          </a:solidFill>
          <a:ln w="18288">
            <a:solidFill>
              <a:srgbClr val="118A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54910" y="2499420"/>
            <a:ext cx="12573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Zaman Yönetimi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54910" y="2695873"/>
            <a:ext cx="12573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Takvimler, saatler ve günlük zaman dilimleri gök olaylarıyla belirlendi.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857625" y="3959591"/>
            <a:ext cx="1428750" cy="744736"/>
          </a:xfrm>
          <a:prstGeom prst="rect">
            <a:avLst/>
          </a:prstGeom>
          <a:solidFill>
            <a:srgbClr val="FFFFFF"/>
          </a:solidFill>
          <a:ln w="18288">
            <a:solidFill>
              <a:srgbClr val="118A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43350" y="4059603"/>
            <a:ext cx="12573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Navigasyon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943350" y="4256056"/>
            <a:ext cx="12573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Denizcilikte yön bulma ve haritacılık yıldız gözlemleriyle gelişti.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2446009" y="2399407"/>
            <a:ext cx="1428750" cy="744736"/>
          </a:xfrm>
          <a:prstGeom prst="rect">
            <a:avLst/>
          </a:prstGeom>
          <a:solidFill>
            <a:srgbClr val="FFFFFF"/>
          </a:solidFill>
          <a:ln w="18288">
            <a:solidFill>
              <a:srgbClr val="118A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31734" y="2499420"/>
            <a:ext cx="125730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Teknoloji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31734" y="2695873"/>
            <a:ext cx="12573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Optik sistemler (mercekler) ve uydu haberleşmesi bu bilimden doğdu.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8536781" y="4918472"/>
            <a:ext cx="37861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03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Günümüzde Astronomi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896541"/>
            <a:ext cx="271462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85750" y="896541"/>
            <a:ext cx="2714625" cy="1428750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8" name="Text 5"/>
          <p:cNvSpPr/>
          <p:nvPr/>
        </p:nvSpPr>
        <p:spPr>
          <a:xfrm>
            <a:off x="285750" y="896541"/>
            <a:ext cx="27146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AY'A İNİŞ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8625" y="2468166"/>
            <a:ext cx="275034" cy="1893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1969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28625" y="2728913"/>
            <a:ext cx="2428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Apollo 11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8625" y="2996803"/>
            <a:ext cx="2428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İnsanlığın Dünya dışındaki bir gök cismine ilk fiziksel teması gerçekleşti.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14688" y="896541"/>
            <a:ext cx="271462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214688" y="896541"/>
            <a:ext cx="2714625" cy="1428750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4" name="Text 11"/>
          <p:cNvSpPr/>
          <p:nvPr/>
        </p:nvSpPr>
        <p:spPr>
          <a:xfrm>
            <a:off x="3214688" y="896541"/>
            <a:ext cx="27146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ATMOSFER ÖTESİ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57563" y="2468166"/>
            <a:ext cx="278606" cy="1893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57563" y="2728913"/>
            <a:ext cx="2428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Hubble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57563" y="2996803"/>
            <a:ext cx="2428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Evrenin genişlemesini ve uzak galaksileri net şekilde görmemizi sağladı.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43625" y="896541"/>
            <a:ext cx="2714625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143625" y="896541"/>
            <a:ext cx="2714625" cy="1428750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20" name="Text 17"/>
          <p:cNvSpPr/>
          <p:nvPr/>
        </p:nvSpPr>
        <p:spPr>
          <a:xfrm>
            <a:off x="6143625" y="896541"/>
            <a:ext cx="27146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DERİN UZAY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86500" y="2468166"/>
            <a:ext cx="271463" cy="189309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2021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286500" y="2728913"/>
            <a:ext cx="24288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8AB2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James Webb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86500" y="2996803"/>
            <a:ext cx="2428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Kızılötesi gözlemlerle ilk yıldızların ve galaksilerin oluşumunu inceliyor.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479631" y="4879181"/>
            <a:ext cx="3786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Sayfa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85725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682228"/>
            <a:ext cx="8572500" cy="1428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285750"/>
            <a:ext cx="82296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Özet ve Mini Test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4344" y="896541"/>
            <a:ext cx="3425763" cy="379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Astronomi, gözleme dayanan ilk bilim olup matematiksel düzeni keşfetmemizi sağlamıştır.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64344" y="1419374"/>
            <a:ext cx="3425763" cy="379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Bilimsel düşünce; merak, gözlem, hipotez ve sınama döngüsüyle ilerler.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4344" y="1942207"/>
            <a:ext cx="3425763" cy="379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4F6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Evren anlayışımız, kanıtlarla Dünya merkezli modelden Güneş merkezli modele evrilmiştir.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75857" y="896541"/>
            <a:ext cx="4682393" cy="3961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354450" y="1075134"/>
            <a:ext cx="43252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Hangisi bilimsel düşüncenin basamaklarından biri değildir?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54450" y="1303734"/>
            <a:ext cx="4325206" cy="13930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A) Gözlem B) Sınama C) Kanıtsız inanma (✓)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354450" y="1550194"/>
            <a:ext cx="43252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Güneş merkezli modeli 1543'te yayımlayan kimdir?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54450" y="1778794"/>
            <a:ext cx="4325206" cy="13930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A) Batlamyus B) Kopernik (✓) C) Newton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354450" y="2025253"/>
            <a:ext cx="43252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32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Galileo'nun Jüpiter gözlemi neyi kanıtladı?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354450" y="2253853"/>
            <a:ext cx="4325206" cy="13930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A) Her şey Dünya çevresinde dönmez (✓) B) Dünya düzdür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315325" y="4879181"/>
            <a:ext cx="5429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D1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Slaydı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2026-10-12T18:52:03Z</dcterms:created>
  <dcterms:modified xsi:type="dcterms:W3CDTF">2026-10-12T18:52:03Z</dcterms:modified>
</cp:coreProperties>
</file>